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Lab 07 - Static Code Analysis using SAST (SonarCloud) and SCA (Trivy). Comparing a vulnerable repository (Cacti) against a secure personal Python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and repos overview. SonarCloud for SAST, Trivy for SCA. Cacti is the vulnerable target, service-points-location-capacity is the secure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Cacti is an open-source network monitoring and graphing platform built on RRDtool. Chosen as the vulnerable repo because its large codebase and documented flaws make it an excellent benchmark for SAST/SCA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Python project implementing a MILP optimization model for automatic parcel locker placement. Selected as a baseline with full code knowledge for accurate evaluation of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SonarCloud summary for Cacti: Security E (31 issues), Reliability E (4.3k issues), Maintainability A. The project Passed the Quality Gate despite critical issues because the gate only checks new code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E rating with 31 issues. Key findings: bcrypt password hash exposed in responses (Blocker), client-side open redirect (Blocker), sensitive data copied to container (High).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secure repo scores Security C (2 false positives), Reliability A, Maintainability A. The 81 code smells are minor: naming conventions and cognitive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SonarCloud flagged random.sample() as using an insecure Pseudo-Random Number Generator (PRNG). The code is actually doing geographic coordinate sampling, not cryptography. This demonstrates the key limitation of SAST tools: they cannot understand business logic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Trivy scanned dependency lock files. Cacti: yarn.lock contained 2 CVEs in picomatch. The secure repo has no dependencies with known CVEs.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Dependency Check v13 found 146 CVEs across 71 dependencies in Cacti (vs Trivy: only 2 in picomatch). OWASP DC uses more data sources: NVD, RetireJS, NPM Audit, Yarn Audit. It also scans JS files directly, finding jquery-validation XSS, immutable prototype pollution (CRITICAL CVSS 9.8), and lodash code injection. service-points-location-capacity: 0 dependencies (Python only), 0 CVEs — confirms Trivy. picomatch HIGH found by both tools (cross-validation).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acti/cacti" TargetMode="External"/><Relationship Id="rId2" Type="http://schemas.openxmlformats.org/officeDocument/2006/relationships/hyperlink" Target="https://github.com/francescacraievich/service-points-location-capac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Lab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&amp; SCA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Francesca Craievich | IN2300026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 | [505MI] Cybersecurity Lab | A.Y.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Repositories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7B6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SAST:  SonarCloud (Online)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47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SCA:  Trivy by Aqua Security (CLI)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47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SCA:  OWASP Dependency Check v13 (Docker)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3832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C94C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- 714k LOC
</a:t>
            </a:r>
            <a:pPr indent="0" marL="0">
              <a:lnSpc>
                <a:spcPct val="130000"/>
              </a:lnSpc>
              <a:buNone/>
            </a:pPr>
            <a:r>
              <a:rPr lang="en-US" sz="1100" u="sng" dirty="0">
                <a:solidFill>
                  <a:srgbClr val="7B6B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github.com/Cacti/cacti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461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74920" y="338328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5EA5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service-points-location-capacity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- 2.2k LOC
</a:t>
            </a:r>
            <a:pPr indent="0" marL="0">
              <a:lnSpc>
                <a:spcPct val="130000"/>
              </a:lnSpc>
              <a:buNone/>
            </a:pPr>
            <a:r>
              <a:rPr lang="en-US" sz="900" u="sng" dirty="0">
                <a:solidFill>
                  <a:srgbClr val="7B6B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github.com/francescacraievich/service-points-location-capacity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7B6BA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29200" y="1051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- analyzes source code for vulnerabilities,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and code smells without executing the program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8288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D4739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29200" y="1874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- scans project dependencies (lock files) for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CVEs in third-party libraries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Cacti Repository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network monitoring and graphing platform built on RRDtool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framework to collect, store, and visualize time-series data from network devices, servers, and applications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Selected: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issues:  large real-world codebase with documented security flaws, serves as a benchmark for SAST/SCA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languages:  PHP backend with JavaScript frontend (yarn + composer), enabling both SAST and SCA analysis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 high detection rates and critical severity alerts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service-points-location-capacity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mixed-integer linear programming (MILP) model from Raviv, T. (2023)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 for locating and sizing automatic parcel lockers (APLs) in urban delivery networks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Selected: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comparison:  verifies how SAST/SCA tools handle a clean, well-structured codebase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project:  full knowledge of the code allows accurate evaluation of tool findings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Expectation:  clean results with minimal findings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Cacti - SAST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2322576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74320" y="32004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Findings: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E - 31 issues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 E - 4.3k issues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 A - 24k code smells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714k LOC, 36.8% code duplication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0" y="3200400"/>
            <a:ext cx="4297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3611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"Passed" the Quality Gate despite having E ratings in Security and Reliability. This is because the Quality Gate often applies only to new code, leaving legacy vulnerabilities hidden unless manually inspected.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Cacti - Security Issues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486400" cy="1664208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943600" y="502920"/>
            <a:ext cx="29260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80760" y="594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Security Issues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914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Blocker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High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Medium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Low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31720"/>
            <a:ext cx="5029200" cy="2642616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0" y="2331720"/>
            <a:ext cx="3383280" cy="2642616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66928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 exposed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server responses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(Blocker severity).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client-side open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vulnerabilities, this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critical attack surface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credential theft and phishing.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service-points-location-capacity - SAST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760720" cy="155448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23160"/>
            <a:ext cx="5760720" cy="173736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6217920" y="731520"/>
            <a:ext cx="2651760" cy="3429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355080" y="822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Findings: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1143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C - 2 issues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EA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 A - 0 issues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 A - 81 code smells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EA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Duplications:  0.0%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35508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security findings are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(next slide).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81 code smells are minor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improvements: naming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and cognitive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refactoring.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274320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2.2k Lines of Code | 0% duplication | well-structured codebase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- False Positive Analysis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6583680" cy="4059936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040880" y="731520"/>
            <a:ext cx="1874520" cy="405993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13232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False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Positive?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463040"/>
            <a:ext cx="1691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flagged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random.sample() as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insecure Pseudo-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Number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(PRNG).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function is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geographic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sampling,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cryptography.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tools cannot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business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context.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Results - Trivy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C94C6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Cacti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943600" cy="246888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92240" y="10972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62940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CVEs Found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554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picomatch (yarn.lock)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CVE-2026-33671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- ReDoS via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extglob patterns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CVE-2026-33672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- Data integrity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via POSIX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injection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3566160"/>
            <a:ext cx="3291840" cy="274320"/>
          </a:xfrm>
          <a:prstGeom prst="roundRect">
            <a:avLst>
              <a:gd name="adj" fmla="val 20000"/>
            </a:avLst>
          </a:prstGeom>
          <a:solidFill>
            <a:srgbClr val="5EA59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576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service-points-location-capacity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2377440" cy="1042416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12" name="Text 8"/>
          <p:cNvSpPr txBox="1"/>
          <p:nvPr/>
        </p:nvSpPr>
        <p:spPr>
          <a:xfrm>
            <a:off x="3383280" y="3931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A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vulnerabilities found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4389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dependencies with known CVEs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Results - OWASP Dependency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C94C6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868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Cacti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114800" cy="2459736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663440" y="123444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84632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CVEs Found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642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dependencies scanned, 71 vulnerable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immutable (prototype pollution, CVSS 9.8)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lodash (code injection)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3886200"/>
            <a:ext cx="3291840" cy="274320"/>
          </a:xfrm>
          <a:prstGeom prst="roundRect">
            <a:avLst>
              <a:gd name="adj" fmla="val 20000"/>
            </a:avLst>
          </a:prstGeom>
          <a:solidFill>
            <a:srgbClr val="5EA59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576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service-points-location-capacity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dependencies scanned, 0 vulnerabilities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Trivy vs OWASP DC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977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scans only lock files (yarn.lock): found 2 CVEs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DC also scans .js files on disk: found 146 CVEs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sources (NVD, RetireJS, NPM Audit) = wider coverage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2026-09-01T10:28:40Z</dcterms:created>
  <dcterms:modified xsi:type="dcterms:W3CDTF">2026-09-01T10:28:40Z</dcterms:modified>
</cp:coreProperties>
</file>